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2"/>
  </p:normalViewPr>
  <p:slideViewPr>
    <p:cSldViewPr snapToGrid="0">
      <p:cViewPr varScale="1">
        <p:scale>
          <a:sx n="90" d="100"/>
          <a:sy n="90" d="100"/>
        </p:scale>
        <p:origin x="23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618F3-A36A-E77A-8035-19EE6C877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7AB717-5E92-6AB5-B4E7-7647B817B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494D9-60E6-1751-1DA5-6445575EA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DC127-5487-5146-8F2A-BC73BCF3F711}" type="datetimeFigureOut">
              <a:rPr lang="en-001" smtClean="0"/>
              <a:t>13/12/2023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FE1F5-4522-B9BE-50A2-398CDA907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C84EC-B335-1B97-F0F9-0DAC0A40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0BE3-68B7-EF44-8458-A2CB75CADCED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745193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7D3F2-B58B-5F72-AD00-4EDB15DE2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69ADE-C928-2034-EE91-E612CB41C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D6366-9A0B-EEBE-99A6-50C607ABD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DC127-5487-5146-8F2A-BC73BCF3F711}" type="datetimeFigureOut">
              <a:rPr lang="en-001" smtClean="0"/>
              <a:t>13/12/2023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97227-A9B8-8979-2DAC-6CC5A02A1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36729-AE6C-3116-6048-1981998E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0BE3-68B7-EF44-8458-A2CB75CADCED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973583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CE38D-C476-F61A-A9F5-9E0524DB4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CEF27-958E-0190-0FFB-3E5286FEE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87899-D09E-9E1B-819F-12A666FDB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DC127-5487-5146-8F2A-BC73BCF3F711}" type="datetimeFigureOut">
              <a:rPr lang="en-001" smtClean="0"/>
              <a:t>13/12/2023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4C91F-7A35-835D-BA39-B91D1E24A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1D728-2C2D-9DA0-3264-5187D966E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0BE3-68B7-EF44-8458-A2CB75CADCED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157674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993E4-6F96-D321-9C8D-423D2F451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AABAC-FF1C-DEB9-D8A4-F80973E6E6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D7CBC-57CF-5DBE-C651-9520CB896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FC61C8-4139-7FF8-B24E-46F11F49D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DC127-5487-5146-8F2A-BC73BCF3F711}" type="datetimeFigureOut">
              <a:rPr lang="en-001" smtClean="0"/>
              <a:t>13/12/2023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5F7AC-B55A-5097-CA35-E8DDB6059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7900D-677F-FD19-28C1-0DF175338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0BE3-68B7-EF44-8458-A2CB75CADCED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658270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A96B4-0827-D73F-7F06-ED6636F39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65635-B8B6-9E3D-A328-727913A86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323E9-2BD1-6430-B9EF-623D171FC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75C801-4EA9-1C30-2D94-524EC10E81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EB4870-65A5-E40F-BEAD-D8A7170F59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689FBF-272D-5903-DFE7-FF651AC37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DC127-5487-5146-8F2A-BC73BCF3F711}" type="datetimeFigureOut">
              <a:rPr lang="en-001" smtClean="0"/>
              <a:t>13/12/2023</a:t>
            </a:fld>
            <a:endParaRPr lang="en-00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3522DF-EB5E-73AE-5215-FF3C22CD1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DD9342-BCEE-886C-255E-18116ECD1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0BE3-68B7-EF44-8458-A2CB75CADCED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83690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30BF-D49A-60BB-53B3-D3154B52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A68717-C527-96A7-D369-F5D30E07F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DC127-5487-5146-8F2A-BC73BCF3F711}" type="datetimeFigureOut">
              <a:rPr lang="en-001" smtClean="0"/>
              <a:t>13/12/2023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0051A-D13D-F927-7A33-3535DE1EA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AABCFB-225F-49BD-31BA-04E20F85B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0BE3-68B7-EF44-8458-A2CB75CADCED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520830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25A0D9-3336-81D5-BD22-AED8DF81D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DC127-5487-5146-8F2A-BC73BCF3F711}" type="datetimeFigureOut">
              <a:rPr lang="en-001" smtClean="0"/>
              <a:t>13/12/2023</a:t>
            </a:fld>
            <a:endParaRPr lang="en-00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0BD48F-BFF6-D039-5E23-AF800ED03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4074A-5AAB-945F-BB23-4E7195948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0BE3-68B7-EF44-8458-A2CB75CADCED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659863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DD85E-AA4D-8881-ADDA-29D63EC13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EB82A-2C5A-58CC-9085-4674D0085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0EFDBA-5A90-D51B-181B-F7DA28C93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2EE46-9EEC-314C-9F04-DB113A6B8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DC127-5487-5146-8F2A-BC73BCF3F711}" type="datetimeFigureOut">
              <a:rPr lang="en-001" smtClean="0"/>
              <a:t>13/12/2023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041A0-8E9D-6F97-7AA4-CE7A91CA5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C92FC-F38A-5D40-BEAC-52EFBA16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0BE3-68B7-EF44-8458-A2CB75CADCED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785549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3E510-F89E-AAD6-DAD8-407823F97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F6C7DB-FD1A-8452-68B8-3670BF83B6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8F5B7-5740-3232-E608-52C32E8AC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85C7F-F52F-EB95-FBE2-3E95C548E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DC127-5487-5146-8F2A-BC73BCF3F711}" type="datetimeFigureOut">
              <a:rPr lang="en-001" smtClean="0"/>
              <a:t>13/12/2023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2AFA6F-EB90-B6C4-331D-C48F34B77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A3BE0-7CEC-C1D6-B0F0-C2DF8115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0BE3-68B7-EF44-8458-A2CB75CADCED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887719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750D4-213D-0C48-60B3-6E5BA44BB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605F23-6B9D-1648-C3DE-9C891A319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FE17E-C9BD-1898-2696-E3634C3FB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DC127-5487-5146-8F2A-BC73BCF3F711}" type="datetimeFigureOut">
              <a:rPr lang="en-001" smtClean="0"/>
              <a:t>13/12/2023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50352-21BF-D5C8-1F00-A5FB53368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BDBE9-4BB8-77FA-5B0C-3EB80EB70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0BE3-68B7-EF44-8458-A2CB75CADCED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415997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13F24E-3E9D-0547-BB78-9B29ACC1C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3C9FA-73C7-D9C9-E111-5D9218364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87FA8-C147-221F-BC87-160D8FC59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DC127-5487-5146-8F2A-BC73BCF3F711}" type="datetimeFigureOut">
              <a:rPr lang="en-001" smtClean="0"/>
              <a:t>13/12/2023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30E5C-EF7A-2B1A-1069-1F6B068D1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0B2CF-0872-646F-BAAE-AB5D03885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C0BE3-68B7-EF44-8458-A2CB75CADCED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203399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A57668-C4FD-0060-3E4B-FEF1BBB81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BAA0C-2324-4325-4A59-9661945A7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DA28B-9B80-00E1-A6EB-33AD20A1C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DC127-5487-5146-8F2A-BC73BCF3F711}" type="datetimeFigureOut">
              <a:rPr lang="en-001" smtClean="0"/>
              <a:t>13/12/2023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7BFF8-2166-0B0A-8231-1B053B244F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3BADA-3A5A-61E8-B150-D6E023592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C0BE3-68B7-EF44-8458-A2CB75CADCED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25583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C6AC7-1864-96AD-A19D-51042687CE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ABA033-14AD-A052-8D33-684792B8D0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657032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24B7D-16F3-83C2-54BE-2B32C5AEA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001"/>
          </a:p>
        </p:txBody>
      </p:sp>
      <p:pic>
        <p:nvPicPr>
          <p:cNvPr id="5" name="Graphic 4" descr="User outline">
            <a:extLst>
              <a:ext uri="{FF2B5EF4-FFF2-40B4-BE49-F238E27FC236}">
                <a16:creationId xmlns:a16="http://schemas.microsoft.com/office/drawing/2014/main" id="{E5101A7F-CC7A-7E52-C5EE-F94C2FCFD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9200" y="2452684"/>
            <a:ext cx="914400" cy="914400"/>
          </a:xfrm>
          <a:prstGeom prst="rect">
            <a:avLst/>
          </a:prstGeom>
        </p:spPr>
      </p:pic>
      <p:pic>
        <p:nvPicPr>
          <p:cNvPr id="6" name="Graphic 5" descr="User outline">
            <a:extLst>
              <a:ext uri="{FF2B5EF4-FFF2-40B4-BE49-F238E27FC236}">
                <a16:creationId xmlns:a16="http://schemas.microsoft.com/office/drawing/2014/main" id="{7EDA7FB7-E9B7-C1FC-31CA-21AF88065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83203" y="2752723"/>
            <a:ext cx="914400" cy="914400"/>
          </a:xfrm>
          <a:prstGeom prst="rect">
            <a:avLst/>
          </a:prstGeom>
        </p:spPr>
      </p:pic>
      <p:pic>
        <p:nvPicPr>
          <p:cNvPr id="9" name="Graphic 8" descr="Stop outline">
            <a:extLst>
              <a:ext uri="{FF2B5EF4-FFF2-40B4-BE49-F238E27FC236}">
                <a16:creationId xmlns:a16="http://schemas.microsoft.com/office/drawing/2014/main" id="{F84FB3AE-3A1C-8CF1-2131-7A189BEC0C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4414" y="2007393"/>
            <a:ext cx="2843213" cy="2843213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6E775A-9599-7EB3-B977-C1AACD4A9AF5}"/>
              </a:ext>
            </a:extLst>
          </p:cNvPr>
          <p:cNvCxnSpPr>
            <a:cxnSpLocks/>
          </p:cNvCxnSpPr>
          <p:nvPr/>
        </p:nvCxnSpPr>
        <p:spPr>
          <a:xfrm flipH="1">
            <a:off x="7329486" y="3428999"/>
            <a:ext cx="106203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F84793-BBA7-9ADB-4087-CAC7CE7F6E47}"/>
              </a:ext>
            </a:extLst>
          </p:cNvPr>
          <p:cNvCxnSpPr>
            <a:cxnSpLocks/>
          </p:cNvCxnSpPr>
          <p:nvPr/>
        </p:nvCxnSpPr>
        <p:spPr>
          <a:xfrm flipH="1" flipV="1">
            <a:off x="4013600" y="2971800"/>
            <a:ext cx="1158475" cy="10001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81D0DEF-7358-7BCA-94DE-52B1075478AD}"/>
              </a:ext>
            </a:extLst>
          </p:cNvPr>
          <p:cNvSpPr txBox="1"/>
          <p:nvPr/>
        </p:nvSpPr>
        <p:spPr>
          <a:xfrm>
            <a:off x="3119607" y="3367083"/>
            <a:ext cx="904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dirty="0"/>
              <a:t>student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D3CE15-0C85-B52E-37F2-E25B7FA152D9}"/>
              </a:ext>
            </a:extLst>
          </p:cNvPr>
          <p:cNvSpPr txBox="1"/>
          <p:nvPr/>
        </p:nvSpPr>
        <p:spPr>
          <a:xfrm>
            <a:off x="8467891" y="3574485"/>
            <a:ext cx="900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dirty="0"/>
              <a:t>teacher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4122D5-DFA9-25FB-5F9A-25608ABB575A}"/>
              </a:ext>
            </a:extLst>
          </p:cNvPr>
          <p:cNvSpPr txBox="1"/>
          <p:nvPr/>
        </p:nvSpPr>
        <p:spPr>
          <a:xfrm>
            <a:off x="5829300" y="2628900"/>
            <a:ext cx="977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dirty="0"/>
              <a:t>PyGrade</a:t>
            </a:r>
          </a:p>
        </p:txBody>
      </p:sp>
    </p:spTree>
    <p:extLst>
      <p:ext uri="{BB962C8B-B14F-4D97-AF65-F5344CB8AC3E}">
        <p14:creationId xmlns:p14="http://schemas.microsoft.com/office/powerpoint/2010/main" val="821319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Amighi, A. (Afshin)</dc:creator>
  <cp:lastModifiedBy>Amighi, A. (Afshin)</cp:lastModifiedBy>
  <cp:revision>1</cp:revision>
  <dcterms:created xsi:type="dcterms:W3CDTF">2023-12-13T13:00:50Z</dcterms:created>
  <dcterms:modified xsi:type="dcterms:W3CDTF">2023-12-13T14:06:07Z</dcterms:modified>
</cp:coreProperties>
</file>